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79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475488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52358" y="1275565"/>
            <a:ext cx="1097280" cy="4572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 Carrière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05389" y="1364630"/>
            <a:ext cx="2058698" cy="510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7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LAB </a:t>
            </a:r>
            <a:endParaRPr lang="en-US" sz="25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0E0F5"/>
                </a:solidFill>
              </a:rPr>
              <a:t>Ton coach intelligent pour révéler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D0E0F5"/>
                </a:solidFill>
              </a:rPr>
              <a:t>ton potentiel professionnel.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1737360" cy="292608"/>
          </a:xfrm>
          <a:prstGeom prst="rect">
            <a:avLst/>
          </a:prstGeom>
          <a:solidFill>
            <a:srgbClr val="0A2A6E"/>
          </a:solidFill>
          <a:ln w="12700">
            <a:solidFill>
              <a:srgbClr val="1A4A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Claude · Anthropic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3657600"/>
            <a:ext cx="1737360" cy="292608"/>
          </a:xfrm>
          <a:prstGeom prst="rect">
            <a:avLst/>
          </a:prstGeom>
          <a:solidFill>
            <a:srgbClr val="0A2A6E"/>
          </a:solidFill>
          <a:ln w="12700">
            <a:solidFill>
              <a:srgbClr val="1A4A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286000" y="36576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LangGraph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1737360" cy="292608"/>
          </a:xfrm>
          <a:prstGeom prst="rect">
            <a:avLst/>
          </a:prstGeom>
          <a:solidFill>
            <a:srgbClr val="0A2A6E"/>
          </a:solidFill>
          <a:ln w="12700">
            <a:solidFill>
              <a:srgbClr val="1A4A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Multi-Agent 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4069080"/>
            <a:ext cx="1737360" cy="292608"/>
          </a:xfrm>
          <a:prstGeom prst="rect">
            <a:avLst/>
          </a:prstGeom>
          <a:solidFill>
            <a:srgbClr val="0A2A6E"/>
          </a:solidFill>
          <a:ln w="12700">
            <a:solidFill>
              <a:srgbClr val="1A4A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286000" y="40690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Analyse de Profil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358277"/>
            <a:ext cx="4114800" cy="81599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2358277"/>
            <a:ext cx="73152" cy="81599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07280" y="2358277"/>
            <a:ext cx="3657600" cy="88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</a:rPr>
              <a:t>"L'orientation professionnelle devient intelligente, personnalisée et accessible."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448587"/>
            <a:ext cx="1371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663440" y="3448587"/>
            <a:ext cx="137160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63440" y="354002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663440" y="4088667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DA5"/>
                </a:solidFill>
              </a:rPr>
              <a:t>étudiants incertains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3448587"/>
            <a:ext cx="1371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72200" y="3448587"/>
            <a:ext cx="137160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72200" y="354002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72200" y="4088667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DA5"/>
                </a:solidFill>
              </a:rPr>
              <a:t>sans accompagnement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80960" y="3448587"/>
            <a:ext cx="1371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680960" y="3448587"/>
            <a:ext cx="137160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680960" y="354002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80960" y="4088667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3DA5"/>
                </a:solidFill>
              </a:rPr>
              <a:t>disponible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4956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Open Lab IA · Workshop Collaboratif</a:t>
            </a:r>
            <a:endParaRPr lang="en-US" sz="8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95C9DDA1-A851-CDB8-E33C-5EBD6874E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336" y="407338"/>
            <a:ext cx="1564054" cy="773690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82DD7C52-A22B-682C-ED72-C2B6DD085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2" y="465045"/>
            <a:ext cx="662879" cy="669475"/>
          </a:xfrm>
          <a:prstGeom prst="rect">
            <a:avLst/>
          </a:prstGeom>
        </p:spPr>
      </p:pic>
      <p:sp>
        <p:nvSpPr>
          <p:cNvPr id="39" name="Text 7">
            <a:extLst>
              <a:ext uri="{FF2B5EF4-FFF2-40B4-BE49-F238E27FC236}">
                <a16:creationId xmlns:a16="http://schemas.microsoft.com/office/drawing/2014/main" id="{9BE0CC37-3151-73B8-C638-76DE017B24FE}"/>
              </a:ext>
            </a:extLst>
          </p:cNvPr>
          <p:cNvSpPr/>
          <p:nvPr/>
        </p:nvSpPr>
        <p:spPr>
          <a:xfrm>
            <a:off x="518160" y="2209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Personnel</a:t>
            </a:r>
            <a:endParaRPr lang="en-US" sz="32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8101B6AD-DB77-F007-9F05-7EEE4858CA48}"/>
              </a:ext>
            </a:extLst>
          </p:cNvPr>
          <p:cNvSpPr/>
          <p:nvPr/>
        </p:nvSpPr>
        <p:spPr>
          <a:xfrm>
            <a:off x="6564087" y="1372900"/>
            <a:ext cx="2058698" cy="510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PROBLÉMATIQUE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les étudiants sont perdus face à leur avenir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517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3DA5"/>
                </a:solidFill>
              </a:rPr>
              <a:t>des étudiants incertains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3DA5"/>
                </a:solidFill>
              </a:rPr>
              <a:t>sur leur choix de carrière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1280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3DA5"/>
                </a:solidFill>
              </a:rPr>
              <a:t>des diplômés travaillent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3DA5"/>
                </a:solidFill>
              </a:rPr>
              <a:t>hors de leur domaine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517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080760" y="1280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3DA5"/>
                </a:solidFill>
              </a:rPr>
              <a:t>manquent d'un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3DA5"/>
                </a:solidFill>
              </a:rPr>
              <a:t>accompagnement adapté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41148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411480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ÉTUDIANTS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44368"/>
            <a:ext cx="109728" cy="10972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Ne connaissent pas leurs forces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46704"/>
            <a:ext cx="109728" cy="10972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Hésitent sur leur avenir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80" y="3712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Manque d'accompagnement personnalisé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51376"/>
            <a:ext cx="109728" cy="10972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Découvrent les métiers trop tard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542032"/>
            <a:ext cx="41148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09160" y="2542032"/>
            <a:ext cx="4114800" cy="34747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🏛️  ÉTABLISSEMENTS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109728" cy="109728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29200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Ressources humaines insuffisantes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346704"/>
            <a:ext cx="109728" cy="109728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Feedback limité ou inexistant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749040"/>
            <a:ext cx="109728" cy="109728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29200" y="3712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Pas d'outil intelligent personnalisé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151376"/>
            <a:ext cx="109728" cy="109728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2920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Décisions de carrière incertaines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</a:t>
            </a:r>
            <a:r>
              <a:rPr lang="en-US" sz="800" dirty="0" err="1">
                <a:solidFill>
                  <a:srgbClr val="FFFFFF"/>
                </a:solidFill>
              </a:rPr>
              <a:t>Tsiry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377440" cy="2926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 SOLUTION 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coach intelligent, personnalisé et disponible 24/7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20240" cy="5943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Étudiant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40280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002A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59436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6888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🧠 Analyse 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002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20240" cy="5943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177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✨ Recommandations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002A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Plan Carrière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9202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02920" y="2103120"/>
            <a:ext cx="640080" cy="6400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084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Personnalisation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Adapté à chaque profil unique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9202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92040" y="2103120"/>
            <a:ext cx="640080" cy="64008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920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2084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Rapidité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Analyse instantanée et précise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02920" y="3383280"/>
            <a:ext cx="640080" cy="6400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0292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33649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Intelligence contextuelle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Comprend le marché local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20040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892040" y="3383280"/>
            <a:ext cx="640080" cy="64008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9204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69280" y="33649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Accompagnement continu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A"/>
                </a:solidFill>
              </a:rPr>
              <a:t>Suivi sur toute la durée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FONCTIONNEMENT GLOBAL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Comment le Coach IA guide chaque étudiant pas à pas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1097280"/>
            <a:ext cx="594360" cy="59436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201168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Questions &amp; Échanges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</a:rPr>
              <a:t>L'étudiant répond à des questions ciblées sur ses intérêts, valeurs et aspirations.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5603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2A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1097280"/>
            <a:ext cx="594360" cy="59436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0896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68880" y="182880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468880" y="1828800"/>
            <a:ext cx="201168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46888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6032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Analyse Multidimensionnelle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</a:rPr>
              <a:t>L'IA analyse personnalité, compétences, objectifs et contexte de marché.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25603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2A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1097280"/>
            <a:ext cx="594360" cy="59436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25780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17720" y="182880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17720" y="1828800"/>
            <a:ext cx="201168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1772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916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Recherche &amp; Matching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</a:rPr>
              <a:t>Identification des métiers compatibles, compétences clés et opportunités locales.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25603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002A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1097280"/>
            <a:ext cx="594360" cy="59436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4066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766560" y="1828800"/>
            <a:ext cx="20116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766560" y="1828800"/>
            <a:ext cx="201168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76656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5800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Génération du Plan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2834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A"/>
                </a:solidFill>
              </a:rPr>
              <a:t>Feedback personnalisé, roadmap claire et conseils actionnables générés par l'IA.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97764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3977640"/>
            <a:ext cx="8503920" cy="640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✅  OUTPUTS 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🗺️ Roadmap personnalisée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089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🎯 Métiers compatibles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📚 Formations recommandées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💬 Feedback actionnable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📊 Score de compatibilité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3291840" cy="2926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 QUE LE COACH IA ANALYSE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dimensions pour un profil complet et précis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Compétences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techniques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560320" cy="5486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46120" y="11887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069080" y="1280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Soft Skills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035040" y="11887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1280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560320" cy="5486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" y="2514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Ambitions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33172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56032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46120" y="24231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069080" y="2514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Personnalité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3172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035040" y="2331720"/>
            <a:ext cx="2560320" cy="5486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35040" y="24231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58000" y="25146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Niveau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Académique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256032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280160" y="37490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Objectifs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de Carrière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56616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46120" y="3566160"/>
            <a:ext cx="2560320" cy="5486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246120" y="36576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069080" y="37490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Marché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de l'Emploi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356616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035040" y="3566160"/>
            <a:ext cx="2560320" cy="54864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035040" y="36576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858000" y="37490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Potentiel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d'Évolution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 TECHNIQUE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IA moderne, modulaire et scalable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1430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43000" y="1179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Input Étudiant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399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Interface conversationnelle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002A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18288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143000" y="1865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LangGraph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Orchestrateur de workflow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3317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002A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25146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143000" y="2551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Agents IA Spécialisés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7706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Analyse · Matching · Conseil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017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002A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5840" y="3200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143000" y="3236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Claude (Anthropic)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4564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Raisonnement LLM avancé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002A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5840" y="38862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143000" y="3922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Moteur Recommandations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4142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Scoring · Filtrage · Ranking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1143000"/>
            <a:ext cx="33832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486400" y="1143000"/>
            <a:ext cx="3383280" cy="3657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Rapport Personnalisé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1600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A5"/>
                </a:solidFill>
              </a:rPr>
              <a:t>Plan d'action · Roadmap · KPIs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23560" y="2011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→ Mémoire conversationnelle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2423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→ Parallélisation multi-agent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→ context window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32120" y="3657600"/>
            <a:ext cx="1554480" cy="3200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532120" y="3657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LangGraph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3657600"/>
            <a:ext cx="155448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223760" y="3657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Claude Anthropic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4069080"/>
            <a:ext cx="1554480" cy="3200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532120" y="4069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Multi-Agent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23760" y="4069080"/>
            <a:ext cx="155448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223760" y="4069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Mémoire Conv.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716382" y="1003554"/>
            <a:ext cx="118872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16382" y="100355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4454438"/>
            <a:ext cx="118872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977640" y="4467501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549908"/>
            <a:ext cx="2880360" cy="530352"/>
          </a:xfrm>
          <a:prstGeom prst="roundRect">
            <a:avLst>
              <a:gd name="adj" fmla="val 1379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926080" y="15499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Collecte Profil Étudiant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2404872" cy="530352"/>
          </a:xfrm>
          <a:prstGeom prst="roundRect">
            <a:avLst>
              <a:gd name="adj" fmla="val 13793"/>
            </a:avLst>
          </a:prstGeom>
          <a:solidFill>
            <a:srgbClr val="1A6BFF"/>
          </a:solidFill>
          <a:ln w="12700">
            <a:solidFill>
              <a:srgbClr val="1A6B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233852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Compétences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76301" y="2331720"/>
            <a:ext cx="2404872" cy="530352"/>
          </a:xfrm>
          <a:prstGeom prst="roundRect">
            <a:avLst>
              <a:gd name="adj" fmla="val 13793"/>
            </a:avLst>
          </a:prstGeom>
          <a:solidFill>
            <a:srgbClr val="1A6BFF"/>
          </a:solidFill>
          <a:ln w="12700">
            <a:solidFill>
              <a:srgbClr val="1A6B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076301" y="2331720"/>
            <a:ext cx="2404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Intérêts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3375" y="2331720"/>
            <a:ext cx="2328153" cy="530352"/>
          </a:xfrm>
          <a:prstGeom prst="roundRect">
            <a:avLst>
              <a:gd name="adj" fmla="val 13793"/>
            </a:avLst>
          </a:prstGeom>
          <a:solidFill>
            <a:srgbClr val="1A6BFF"/>
          </a:solidFill>
          <a:ln w="12700">
            <a:solidFill>
              <a:srgbClr val="1A6B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713375" y="2331720"/>
            <a:ext cx="223087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Personnalité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04704" y="3108960"/>
            <a:ext cx="2403566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704704" y="310896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Matching Métiers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05104" y="3108960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905102" y="3108960"/>
            <a:ext cx="242316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Marché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3840480"/>
            <a:ext cx="2880360" cy="530352"/>
          </a:xfrm>
          <a:prstGeom prst="roundRect">
            <a:avLst>
              <a:gd name="adj" fmla="val 1379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926080" y="384048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Recommandations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" y="2180844"/>
            <a:ext cx="8846820" cy="850392"/>
          </a:xfrm>
          <a:prstGeom prst="roundRect">
            <a:avLst>
              <a:gd name="adj" fmla="val 8602"/>
            </a:avLst>
          </a:prstGeom>
          <a:solidFill>
            <a:srgbClr val="1A6BFF">
              <a:alpha val="8000"/>
            </a:srgbClr>
          </a:solidFill>
          <a:ln w="12700">
            <a:solidFill>
              <a:srgbClr val="1A6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 25"/>
          <p:cNvSpPr/>
          <p:nvPr/>
        </p:nvSpPr>
        <p:spPr>
          <a:xfrm>
            <a:off x="8041528" y="2468880"/>
            <a:ext cx="1011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PARALLÈLE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75120" y="3840480"/>
            <a:ext cx="2103120" cy="530352"/>
          </a:xfrm>
          <a:prstGeom prst="roundRect">
            <a:avLst>
              <a:gd name="adj" fmla="val 1206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675120" y="384048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Plan d'Action</a:t>
            </a:r>
            <a:endParaRPr lang="en-US" sz="100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5DB38096-84B3-18F9-993B-50F6BC4CEF3D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1D8BE69B-4400-6E67-B38D-3F7DF9AE5CD0}"/>
              </a:ext>
            </a:extLst>
          </p:cNvPr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51274E71-6A0E-A49C-BFAF-7EAED7D83966}"/>
              </a:ext>
            </a:extLst>
          </p:cNvPr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C733CF5F-5DAA-22A2-961C-4F011412E1B3}"/>
              </a:ext>
            </a:extLst>
          </p:cNvPr>
          <p:cNvSpPr/>
          <p:nvPr/>
        </p:nvSpPr>
        <p:spPr>
          <a:xfrm>
            <a:off x="365760" y="182880"/>
            <a:ext cx="2743200" cy="2926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CE00FEF9-75FD-BC1A-D34F-624EE840551C}"/>
              </a:ext>
            </a:extLst>
          </p:cNvPr>
          <p:cNvSpPr/>
          <p:nvPr/>
        </p:nvSpPr>
        <p:spPr>
          <a:xfrm>
            <a:off x="36576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WORKFLOW MULTI-AGENT</a:t>
            </a:r>
            <a:endParaRPr lang="en-US" sz="9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052D04CD-0CAB-5CF7-A790-6807671B1D0C}"/>
              </a:ext>
            </a:extLst>
          </p:cNvPr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intelligent : de la collecte à la recommandation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743200" cy="2926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EXEMPLE DE RÉSULTAT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Coach IA — Profil Sarah, 22 ans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👩‍💻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</a:rPr>
              <a:t>SARAH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490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Profil dominant : Créative &amp; Analytique  ·  22 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115568"/>
            <a:ext cx="914400" cy="658368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589520" y="111556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118872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Score de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compatibilité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1148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411480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MÉTIERS RECOMMANDÉS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3511296" cy="36576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96%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UX Designer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3328416" cy="3657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127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91%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127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Manager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3218688" cy="3657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37856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88%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7856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Analyst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2011680"/>
            <a:ext cx="4206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17720" y="2011680"/>
            <a:ext cx="4206240" cy="34747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54880" y="2011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📚  COMPÉTENCES &amp; ROADMAP 6 MOIS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272034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1632204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0" y="2468880"/>
            <a:ext cx="16322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Communication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743200"/>
            <a:ext cx="240030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54880" y="2743200"/>
            <a:ext cx="1440180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54880" y="2743200"/>
            <a:ext cx="1440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UI / UX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208026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1248156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54880" y="3017520"/>
            <a:ext cx="1248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SQL &amp; Données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291840"/>
            <a:ext cx="1760220" cy="201168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754880" y="3291840"/>
            <a:ext cx="1056132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54880" y="3291840"/>
            <a:ext cx="10561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Leadership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11880"/>
            <a:ext cx="164592" cy="164592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983480" y="3593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Formation UI/UX · Mois 1-2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886200"/>
            <a:ext cx="164592" cy="164592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983480" y="3867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Projet portfolio · Mois 3-4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4160520"/>
            <a:ext cx="164592" cy="164592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983480" y="4142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Certification SQL · Mois 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434840"/>
            <a:ext cx="164592" cy="164592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983480" y="4416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Stage / Mission · Mois 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377440" cy="2926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VALEUR &amp;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outil qui transforme l'orientation pour tous les acteurs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ÉTUDIANTS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201168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Meilleure orientation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21408"/>
            <a:ext cx="201168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Gain de temps précieux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15184"/>
            <a:ext cx="201168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596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Confiance en soi renforcée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201168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Plan clair &amp; actionnable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602736"/>
            <a:ext cx="201168" cy="20116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584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Accompagnement 24/7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0" y="1097280"/>
            <a:ext cx="2651760" cy="41148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9184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🏛️  ÉTABLISSEMENTS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1627632"/>
            <a:ext cx="201168" cy="20116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38328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Suivi intelligent des profils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121408"/>
            <a:ext cx="201168" cy="20116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383280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Accompagnement scalable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2615184"/>
            <a:ext cx="201168" cy="20116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383280" y="2615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2596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Innovation pédagogique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108960"/>
            <a:ext cx="201168" cy="20116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383280" y="3108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Amélioration des résultats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0" y="3602736"/>
            <a:ext cx="201168" cy="20116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38328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3584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Réduction du décrochage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80760" y="109728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080760" y="1097280"/>
            <a:ext cx="265176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17220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🇲🇬  MADAGASCAR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63640" y="1627632"/>
            <a:ext cx="201168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263640" y="1627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37960" y="16093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Métiers du futur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2121408"/>
            <a:ext cx="201168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263640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Accès à l'orientation IA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2615184"/>
            <a:ext cx="201168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263640" y="2615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37960" y="2596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Développement des talents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3108960"/>
            <a:ext cx="201168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263640" y="3108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3796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Compétitivité internationale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63640" y="3602736"/>
            <a:ext cx="201168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26364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37960" y="3584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Inclusion numérique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507992"/>
            <a:ext cx="2011680" cy="3200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20040" y="4507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⭐ Orientation personnalisée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68880" y="4507992"/>
            <a:ext cx="201168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2468880" y="4507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⭐ Scalable &amp; Accessible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4507992"/>
            <a:ext cx="2011680" cy="3200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617720" y="4507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⭐ IA + Humain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766560" y="4507992"/>
            <a:ext cx="201168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6766560" y="4507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⭐ Impact mesurable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VISION FUTURE &amp;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prochaines étapes du Coach 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659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78408" y="1307592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7840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Dashboard Web Intelligent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68880" y="1188720"/>
            <a:ext cx="1965960" cy="640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127248" y="1307592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12724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7860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Analyse de CV automatique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19659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276088" y="1307592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7608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2744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Intégration LinkedIn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766560" y="1188720"/>
            <a:ext cx="1965960" cy="640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424928" y="1307592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42492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6288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Assistant Vocal 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2606040"/>
            <a:ext cx="19659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78408" y="2724912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78408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9768" y="32918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Suivi Long Terme Étudiant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260604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468880" y="2606040"/>
            <a:ext cx="1965960" cy="640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127248" y="2724912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127248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78608" y="32918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Analytics Pédagogiques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260604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617720" y="2606040"/>
            <a:ext cx="1965960" cy="6400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5276088" y="2724912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276088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27448" y="32918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Historique &amp; Progression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260604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766560" y="2606040"/>
            <a:ext cx="1965960" cy="640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424928" y="2724912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424928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76288" y="32918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Recommandation Formations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20040" y="4160520"/>
            <a:ext cx="109728" cy="64008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94360" y="4206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</a:rPr>
              <a:t>"L'IA ne remplace pas le conseiller d'orientation. Elle amplifie sa capacité à guider chaque étudiant."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98080" y="4297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DA5"/>
                </a:solidFill>
              </a:rPr>
              <a:t>🚀  DÉMARRONS ENSEMBLE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2286000" cy="2286000"/>
          </a:xfrm>
          <a:prstGeom prst="rect">
            <a:avLst/>
          </a:prstGeom>
          <a:solidFill>
            <a:srgbClr val="0A2A6E"/>
          </a:solidFill>
          <a:ln w="12700">
            <a:solidFill>
              <a:srgbClr val="0A2A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2350008"/>
            <a:ext cx="4572000" cy="1344168"/>
          </a:xfrm>
          <a:prstGeom prst="rect">
            <a:avLst/>
          </a:prstGeom>
          <a:solidFill>
            <a:srgbClr val="0A2A6E"/>
          </a:solidFill>
          <a:ln w="12700">
            <a:solidFill>
              <a:srgbClr val="0A2A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572000" cy="82296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002A"/>
                </a:solidFill>
              </a:rPr>
              <a:t>LAB #4 · Open Lab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Profils Étudiants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FDF"/>
                </a:solidFill>
              </a:rPr>
              <a:t>pour le test du Coach Carrière 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FDF"/>
                </a:solidFill>
              </a:rPr>
              <a:t>Trois profils types pour explorer les capacités du coach IA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ABFDF"/>
                </a:solidFill>
              </a:rPr>
              <a:t>personnalisé lors du workshop collaboratif.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e-Tsiry · Workshop Collaboratif · Innover ensemble. Imaginer demain avec l'IA.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41148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PROFIL ÉTUDIANT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FDF"/>
                </a:solidFill>
              </a:rPr>
              <a:t>Coach Carrière IA · Open Lab #4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685800"/>
            <a:ext cx="914400" cy="91440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685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ANDRY Rakoto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20 ans · Licence 2 Informatique · Université d'Antananarivo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685800"/>
            <a:ext cx="640080" cy="64008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046720" y="685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7498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Score IA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à calculer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83080"/>
            <a:ext cx="411480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4114800" cy="34747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PROFIL &amp; PARCOURS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Parcours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240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Bac série C (Scientifique), maintenant en Licence 2 Informatique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15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Intérêts 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2715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Développement web, jeux vidéo, intelligence artificielle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Compétences 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1912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HTML/CSS débutant, Python niveau moyen, logique algorithmique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66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Soft skills 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6667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Curieux, autonome, mais timide à l'oral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Ambition 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4142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Créer sa propre startup technologique à Madagascar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783080"/>
            <a:ext cx="420624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1783080"/>
            <a:ext cx="420624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CONTEXTE &amp; OBJECTIFS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240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Situation 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240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Étudiant à Antananarivo, famille modeste, cherche à valoriser ses études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715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715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Ne sait pas si continuer en développement ou se tourner vers la data science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Marché local 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191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Secteur IT en pleine croissance à Madagascar (BPO, startups, télécoms)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666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Contraintes 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36667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Accès limité aux formations payantes, connexion internet variable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Question clé 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4142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Quel parcours choisir pour être employable en 2 ans 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828032"/>
            <a:ext cx="8503920" cy="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0040" y="4828032"/>
            <a:ext cx="850392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41148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PROFIL ÉTUDIANT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CCC"/>
                </a:solidFill>
              </a:rPr>
              <a:t>Coach Carrière IA · Open Lab #4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685800"/>
            <a:ext cx="914400" cy="91440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🌺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685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0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MIORA Rasoamahandry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23 ans · Master 1 Gestion des Entreprises · Université de Toamasina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685800"/>
            <a:ext cx="640080" cy="64008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046720" y="685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7498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Score IA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à calculer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83080"/>
            <a:ext cx="411480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411480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PROFIL &amp; PARCOURS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Parcours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240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Bac G (Commerce), Licence Gestion, maintenant en Master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15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Intérêts 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2715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Marketing digital, réseaux sociaux, événementiel, communication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Compétences 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1912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Excel avancé, gestion de projet, présentation orale, Canva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66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Soft skills 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6667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Leader naturelle, créative, organisée, bonne communicante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DA5"/>
                </a:solidFill>
              </a:rPr>
              <a:t>Ambition 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4142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Travailler dans une ONG internationale ou lancer sa marque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783080"/>
            <a:ext cx="420624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1783080"/>
            <a:ext cx="4206240" cy="34747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CONTEXTE &amp; OBJECTIFS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240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Situation 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240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Étudiante à Toamasina, cherche à différencier son profil du marché local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715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715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Hésitation entre RH, marketing ou entrepreneuriat social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Marché local 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191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Croissance du commerce en ligne et des ONG à Madagascar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666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Contraintes 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36667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Peu d'expériences professionnelles formelles, manque de réseau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Question clé 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4142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Comment valoriser mes soft skills dans un CV compétitif 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PROFIL ÉTUDIANT #3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731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FDF"/>
                </a:solidFill>
              </a:rPr>
              <a:t>Coach Carrière IA · Open Lab #4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685800"/>
            <a:ext cx="914400" cy="9144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685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JEAN-LUC Randriamaro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097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25 ans · Technicien diplômé (BTS Électronique) · En reconversion professionnelle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685800"/>
            <a:ext cx="640080" cy="64008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046720" y="685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7498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Score IA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5A6A8A"/>
                </a:solidFill>
              </a:rPr>
              <a:t>à calculer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83080"/>
            <a:ext cx="411480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4114800" cy="347472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PROFIL &amp; PARCOURS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Parcours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240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BTS Électronique, 3 ans d'expérience technicien maintenance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15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Intérêts 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2715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Nouvelles technologies, automatisation, travail de terrain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Compétences 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1912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Électronique, soudure, dépannage, lecture de schémas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66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Soft skills 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6667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Rigoureux, débrouillard, bon en résolution de problèmes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002A"/>
                </a:solidFill>
              </a:rPr>
              <a:t>Ambition 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4142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Évoluer vers un rôle tech mieux rémunéré, idéalement à l'international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783080"/>
            <a:ext cx="420624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1783080"/>
            <a:ext cx="42062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CONTEXTE &amp; OBJECTIFS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240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Situation 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240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Actif depuis 3 ans, salaire stagnant, veut se reconvertir en IoT ou robotique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715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Problème 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715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Pas de diplôme universitaire, ne sait pas par où commencer la reconversion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Marché local 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191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Montée des besoins en maintenance industrielle et automatisation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6667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Contraintes 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36667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Doit continuer à travailler, cherche formation courte et certifiante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4142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Question clé 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4142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Comment valoriser mon expérience terrain pour une reconversion rapide 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GUIDE D'UTILISATION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Comment tester le Coach IA avec ces profils 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06040" cy="38404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🎓  ANDRY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81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A5"/>
                </a:solidFill>
              </a:rPr>
              <a:t>Informatique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Profil technique · Choix de spécialisation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06040" cy="384048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91840" y="11430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🌺  MIORA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581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002A"/>
                </a:solidFill>
              </a:rPr>
              <a:t>Gestion / Marketing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Profil créatif · Valorisation des soft skills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60604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72200" y="11430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🔧  JEAN-LUC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581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Électronique → IoT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Profil reconversion · Transition de carrière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9748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Choisir un profil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1089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L'animateur présente un profil étudiant à la table. Les participants lisent les informations clés.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69748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846320" y="2880360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463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Construire le prompt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1089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En groupe, construire le prompt de description du profil à soumettre au Coach IA (Claude).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7490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Lancer le Coach IA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4160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Saisir le profil dans l'interface Claude. Laisser le coach analyser et générer les recommandations.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7490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846320" y="3931920"/>
            <a:ext cx="502920" cy="502920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463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Analyser &amp; Débattre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4160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A"/>
                </a:solidFill>
              </a:rPr>
              <a:t>Comparer les résultats IA avec votre propre intuition. Que suggère l'IA ? Êtes-vous d'accord ?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002A"/>
          </a:solidFill>
          <a:ln w="12700">
            <a:solidFill>
              <a:srgbClr val="E800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82880" y="495604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Coach Carrière IA · e-Tsiry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e-Tsiry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1412</Words>
  <Application>Microsoft Office PowerPoint</Application>
  <PresentationFormat>Affichage à l'écran (16:9)</PresentationFormat>
  <Paragraphs>398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Carrière IA Personnel</dc:title>
  <dc:subject>PptxGenJS Presentation</dc:subject>
  <dc:creator>PptxGenJS</dc:creator>
  <cp:lastModifiedBy>Fabrino RAKOTOHARILALAINA</cp:lastModifiedBy>
  <cp:revision>2</cp:revision>
  <dcterms:created xsi:type="dcterms:W3CDTF">2026-05-23T11:46:28Z</dcterms:created>
  <dcterms:modified xsi:type="dcterms:W3CDTF">2026-05-23T12:48:51Z</dcterms:modified>
</cp:coreProperties>
</file>